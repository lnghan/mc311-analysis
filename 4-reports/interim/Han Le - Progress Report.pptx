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4"/>
  </p:sldMasterIdLst>
  <p:notesMasterIdLst>
    <p:notesMasterId r:id="rId15"/>
  </p:notesMasterIdLst>
  <p:sldIdLst>
    <p:sldId id="256" r:id="rId5"/>
    <p:sldId id="260" r:id="rId6"/>
    <p:sldId id="261" r:id="rId7"/>
    <p:sldId id="262" r:id="rId8"/>
    <p:sldId id="263" r:id="rId9"/>
    <p:sldId id="268" r:id="rId10"/>
    <p:sldId id="269" r:id="rId11"/>
    <p:sldId id="266" r:id="rId12"/>
    <p:sldId id="264" r:id="rId13"/>
    <p:sldId id="270" r:id="rId14"/>
  </p:sldIdLst>
  <p:sldSz cx="9144000" cy="5143500" type="screen16x9"/>
  <p:notesSz cx="6858000" cy="9144000"/>
  <p:embeddedFontLst>
    <p:embeddedFont>
      <p:font typeface="DM Sans" pitchFamily="2" charset="0"/>
      <p:regular r:id="rId16"/>
      <p:bold r:id="rId17"/>
      <p:italic r:id="rId18"/>
      <p:boldItalic r:id="rId19"/>
    </p:embeddedFont>
    <p:embeddedFont>
      <p:font typeface="Fjalla One" panose="02000506040000020004" pitchFamily="2" charset="0"/>
      <p:regular r:id="rId20"/>
    </p:embeddedFont>
    <p:embeddedFont>
      <p:font typeface="Mulish" panose="020B0604020202020204" charset="0"/>
      <p:regular r:id="rId21"/>
      <p:bold r:id="rId22"/>
      <p:italic r:id="rId23"/>
      <p:boldItalic r:id="rId24"/>
    </p:embeddedFont>
    <p:embeddedFont>
      <p:font typeface="Mulish Medium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794083-2E0D-4172-B491-39365E6E0BD7}" v="1" dt="2026-04-16T13:19:48.110"/>
  </p1510:revLst>
</p1510:revInfo>
</file>

<file path=ppt/tableStyles.xml><?xml version="1.0" encoding="utf-8"?>
<a:tblStyleLst xmlns:a="http://schemas.openxmlformats.org/drawingml/2006/main" def="{BA8FB8A7-CC42-4FE5-A9F3-0583EA3F3569}">
  <a:tblStyle styleId="{BA8FB8A7-CC42-4FE5-A9F3-0583EA3F35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3" d="100"/>
          <a:sy n="83" d="100"/>
        </p:scale>
        <p:origin x="80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d1bf8d60a4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d1bf8d60a4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d1bf8d60a4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d1bf8d60a4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22C0AAED-81C5-8A66-3EBF-EB0E651BA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d1bf8d60a4_0_76:notes">
            <a:extLst>
              <a:ext uri="{FF2B5EF4-FFF2-40B4-BE49-F238E27FC236}">
                <a16:creationId xmlns:a16="http://schemas.microsoft.com/office/drawing/2014/main" id="{C2599B15-031F-A284-9B0F-8C264F9ECD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d1bf8d60a4_0_76:notes">
            <a:extLst>
              <a:ext uri="{FF2B5EF4-FFF2-40B4-BE49-F238E27FC236}">
                <a16:creationId xmlns:a16="http://schemas.microsoft.com/office/drawing/2014/main" id="{D143E758-3110-2B19-46B3-DFB90862F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9809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>
          <a:extLst>
            <a:ext uri="{FF2B5EF4-FFF2-40B4-BE49-F238E27FC236}">
              <a16:creationId xmlns:a16="http://schemas.microsoft.com/office/drawing/2014/main" id="{5D0D0341-831B-F355-0C97-2ED26A561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d1bf8d60a4_0_76:notes">
            <a:extLst>
              <a:ext uri="{FF2B5EF4-FFF2-40B4-BE49-F238E27FC236}">
                <a16:creationId xmlns:a16="http://schemas.microsoft.com/office/drawing/2014/main" id="{BC36A720-7A81-880D-2DAF-5C11FDE867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d1bf8d60a4_0_76:notes">
            <a:extLst>
              <a:ext uri="{FF2B5EF4-FFF2-40B4-BE49-F238E27FC236}">
                <a16:creationId xmlns:a16="http://schemas.microsoft.com/office/drawing/2014/main" id="{8FF62F4E-8660-DA61-8188-03F8F5F5B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870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>
          <a:extLst>
            <a:ext uri="{FF2B5EF4-FFF2-40B4-BE49-F238E27FC236}">
              <a16:creationId xmlns:a16="http://schemas.microsoft.com/office/drawing/2014/main" id="{5C63FBB3-692A-B1B3-425D-D7A5DC9EC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d1bf8d60a4_0_32:notes">
            <a:extLst>
              <a:ext uri="{FF2B5EF4-FFF2-40B4-BE49-F238E27FC236}">
                <a16:creationId xmlns:a16="http://schemas.microsoft.com/office/drawing/2014/main" id="{6BBB7A57-6C5D-4632-F9EC-33EB1B3AB2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d1bf8d60a4_0_32:notes">
            <a:extLst>
              <a:ext uri="{FF2B5EF4-FFF2-40B4-BE49-F238E27FC236}">
                <a16:creationId xmlns:a16="http://schemas.microsoft.com/office/drawing/2014/main" id="{BF2D9004-D238-3D6A-D847-8B24664CFD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6504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F26F70D8-0946-DBBC-32CD-7FAF6D12D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0f41e19245_0_19:notes">
            <a:extLst>
              <a:ext uri="{FF2B5EF4-FFF2-40B4-BE49-F238E27FC236}">
                <a16:creationId xmlns:a16="http://schemas.microsoft.com/office/drawing/2014/main" id="{6205BC16-DC94-E9B6-177F-F17C8279C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0f41e19245_0_19:notes">
            <a:extLst>
              <a:ext uri="{FF2B5EF4-FFF2-40B4-BE49-F238E27FC236}">
                <a16:creationId xmlns:a16="http://schemas.microsoft.com/office/drawing/2014/main" id="{ADE55FFB-BF6A-2099-4712-88B996F159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7870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0E96DA5E-4B1F-19B2-DE47-1E72EAB4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0f41e19245_0_19:notes">
            <a:extLst>
              <a:ext uri="{FF2B5EF4-FFF2-40B4-BE49-F238E27FC236}">
                <a16:creationId xmlns:a16="http://schemas.microsoft.com/office/drawing/2014/main" id="{3EF8AE57-E02F-C6F6-48F7-87F2C5B502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0f41e19245_0_19:notes">
            <a:extLst>
              <a:ext uri="{FF2B5EF4-FFF2-40B4-BE49-F238E27FC236}">
                <a16:creationId xmlns:a16="http://schemas.microsoft.com/office/drawing/2014/main" id="{3E2B24CB-2C5F-4862-028E-035F236495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7487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770375" y="1282300"/>
            <a:ext cx="5816700" cy="207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770375" y="3626702"/>
            <a:ext cx="5816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Mulish"/>
                <a:ea typeface="Mulish"/>
                <a:cs typeface="Mulish"/>
                <a:sym typeface="Mulish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92175" y="1876250"/>
            <a:ext cx="1891175" cy="1269988"/>
            <a:chOff x="-792175" y="1876250"/>
            <a:chExt cx="1891175" cy="1269988"/>
          </a:xfrm>
        </p:grpSpPr>
        <p:sp>
          <p:nvSpPr>
            <p:cNvPr id="12" name="Google Shape;12;p2"/>
            <p:cNvSpPr/>
            <p:nvPr/>
          </p:nvSpPr>
          <p:spPr>
            <a:xfrm>
              <a:off x="-406400" y="2320750"/>
              <a:ext cx="1505400" cy="3810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792175" y="1876250"/>
              <a:ext cx="15054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792175" y="2765238"/>
              <a:ext cx="15054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335675" y="369077"/>
            <a:ext cx="8472625" cy="4500127"/>
            <a:chOff x="335675" y="369077"/>
            <a:chExt cx="8472625" cy="4500127"/>
          </a:xfrm>
        </p:grpSpPr>
        <p:grpSp>
          <p:nvGrpSpPr>
            <p:cNvPr id="16" name="Google Shape;16;p2"/>
            <p:cNvGrpSpPr/>
            <p:nvPr/>
          </p:nvGrpSpPr>
          <p:grpSpPr>
            <a:xfrm>
              <a:off x="8647800" y="369077"/>
              <a:ext cx="160500" cy="601747"/>
              <a:chOff x="449500" y="4227400"/>
              <a:chExt cx="160500" cy="64200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449500" y="4227400"/>
                <a:ext cx="160500" cy="160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449500" y="4387900"/>
                <a:ext cx="160500" cy="16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449500" y="4548400"/>
                <a:ext cx="160500" cy="16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449500" y="4708900"/>
                <a:ext cx="160500" cy="16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>
              <a:off x="335675" y="4267457"/>
              <a:ext cx="160500" cy="601747"/>
              <a:chOff x="449500" y="4227400"/>
              <a:chExt cx="160500" cy="6420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449500" y="4227400"/>
                <a:ext cx="160500" cy="160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49500" y="4387900"/>
                <a:ext cx="160500" cy="16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449500" y="4548400"/>
                <a:ext cx="160500" cy="16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449500" y="4708900"/>
                <a:ext cx="160500" cy="16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4819122" y="2418850"/>
            <a:ext cx="2856600" cy="11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2"/>
          </p:nvPr>
        </p:nvSpPr>
        <p:spPr>
          <a:xfrm>
            <a:off x="1468270" y="2418850"/>
            <a:ext cx="2856600" cy="11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3"/>
          </p:nvPr>
        </p:nvSpPr>
        <p:spPr>
          <a:xfrm>
            <a:off x="4819130" y="2024050"/>
            <a:ext cx="28566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subTitle" idx="4"/>
          </p:nvPr>
        </p:nvSpPr>
        <p:spPr>
          <a:xfrm>
            <a:off x="1468270" y="2024050"/>
            <a:ext cx="28566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74" name="Google Shape;74;p5"/>
          <p:cNvGrpSpPr/>
          <p:nvPr/>
        </p:nvGrpSpPr>
        <p:grpSpPr>
          <a:xfrm flipH="1">
            <a:off x="520313" y="4418075"/>
            <a:ext cx="385800" cy="381000"/>
            <a:chOff x="6069775" y="4352925"/>
            <a:chExt cx="385800" cy="381000"/>
          </a:xfrm>
        </p:grpSpPr>
        <p:sp>
          <p:nvSpPr>
            <p:cNvPr id="75" name="Google Shape;75;p5"/>
            <p:cNvSpPr/>
            <p:nvPr/>
          </p:nvSpPr>
          <p:spPr>
            <a:xfrm>
              <a:off x="6182425" y="4452875"/>
              <a:ext cx="160500" cy="16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cxnSp>
          <p:nvCxnSpPr>
            <p:cNvPr id="76" name="Google Shape;76;p5"/>
            <p:cNvCxnSpPr/>
            <p:nvPr/>
          </p:nvCxnSpPr>
          <p:spPr>
            <a:xfrm>
              <a:off x="6262675" y="4352925"/>
              <a:ext cx="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" name="Google Shape;77;p5"/>
            <p:cNvCxnSpPr/>
            <p:nvPr/>
          </p:nvCxnSpPr>
          <p:spPr>
            <a:xfrm rot="10800000">
              <a:off x="6069775" y="4535225"/>
              <a:ext cx="3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8" name="Google Shape;78;p5"/>
          <p:cNvGrpSpPr/>
          <p:nvPr/>
        </p:nvGrpSpPr>
        <p:grpSpPr>
          <a:xfrm flipH="1">
            <a:off x="8109888" y="1264600"/>
            <a:ext cx="1891175" cy="1269988"/>
            <a:chOff x="-792175" y="1876250"/>
            <a:chExt cx="1891175" cy="1269988"/>
          </a:xfrm>
        </p:grpSpPr>
        <p:sp>
          <p:nvSpPr>
            <p:cNvPr id="79" name="Google Shape;79;p5"/>
            <p:cNvSpPr/>
            <p:nvPr/>
          </p:nvSpPr>
          <p:spPr>
            <a:xfrm>
              <a:off x="-406400" y="2320750"/>
              <a:ext cx="15054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-792175" y="1876250"/>
              <a:ext cx="15054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-792175" y="2765238"/>
              <a:ext cx="1505400" cy="3810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  <p:grpSp>
        <p:nvGrpSpPr>
          <p:cNvPr id="82" name="Google Shape;82;p5"/>
          <p:cNvGrpSpPr/>
          <p:nvPr/>
        </p:nvGrpSpPr>
        <p:grpSpPr>
          <a:xfrm>
            <a:off x="8659600" y="4267457"/>
            <a:ext cx="160500" cy="601747"/>
            <a:chOff x="449500" y="4227400"/>
            <a:chExt cx="160500" cy="642000"/>
          </a:xfrm>
        </p:grpSpPr>
        <p:sp>
          <p:nvSpPr>
            <p:cNvPr id="83" name="Google Shape;83;p5"/>
            <p:cNvSpPr/>
            <p:nvPr/>
          </p:nvSpPr>
          <p:spPr>
            <a:xfrm>
              <a:off x="449500" y="4227400"/>
              <a:ext cx="160500" cy="160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449500" y="4387900"/>
              <a:ext cx="1605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449500" y="4548400"/>
              <a:ext cx="1605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449500" y="4708900"/>
              <a:ext cx="1605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>
            <a:spLocks noGrp="1"/>
          </p:cNvSpPr>
          <p:nvPr>
            <p:ph type="title" hasCustomPrompt="1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0" name="Google Shape;170;p12"/>
          <p:cNvSpPr txBox="1">
            <a:spLocks noGrp="1"/>
          </p:cNvSpPr>
          <p:nvPr>
            <p:ph type="subTitle" idx="1"/>
          </p:nvPr>
        </p:nvSpPr>
        <p:spPr>
          <a:xfrm>
            <a:off x="1284000" y="309078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71" name="Google Shape;171;p12"/>
          <p:cNvGrpSpPr/>
          <p:nvPr/>
        </p:nvGrpSpPr>
        <p:grpSpPr>
          <a:xfrm>
            <a:off x="434100" y="369077"/>
            <a:ext cx="8275800" cy="4405347"/>
            <a:chOff x="497600" y="423613"/>
            <a:chExt cx="8275800" cy="4405347"/>
          </a:xfrm>
        </p:grpSpPr>
        <p:grpSp>
          <p:nvGrpSpPr>
            <p:cNvPr id="172" name="Google Shape;172;p12"/>
            <p:cNvGrpSpPr/>
            <p:nvPr/>
          </p:nvGrpSpPr>
          <p:grpSpPr>
            <a:xfrm>
              <a:off x="8612900" y="423613"/>
              <a:ext cx="160500" cy="601747"/>
              <a:chOff x="449500" y="4227400"/>
              <a:chExt cx="160500" cy="642000"/>
            </a:xfrm>
          </p:grpSpPr>
          <p:sp>
            <p:nvSpPr>
              <p:cNvPr id="173" name="Google Shape;173;p12"/>
              <p:cNvSpPr/>
              <p:nvPr/>
            </p:nvSpPr>
            <p:spPr>
              <a:xfrm>
                <a:off x="449500" y="4227400"/>
                <a:ext cx="160500" cy="160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74" name="Google Shape;174;p12"/>
              <p:cNvSpPr/>
              <p:nvPr/>
            </p:nvSpPr>
            <p:spPr>
              <a:xfrm>
                <a:off x="449500" y="4387900"/>
                <a:ext cx="160500" cy="16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75" name="Google Shape;175;p12"/>
              <p:cNvSpPr/>
              <p:nvPr/>
            </p:nvSpPr>
            <p:spPr>
              <a:xfrm>
                <a:off x="449500" y="4548400"/>
                <a:ext cx="160500" cy="16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76" name="Google Shape;176;p12"/>
              <p:cNvSpPr/>
              <p:nvPr/>
            </p:nvSpPr>
            <p:spPr>
              <a:xfrm>
                <a:off x="449500" y="4708900"/>
                <a:ext cx="160500" cy="16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  <p:grpSp>
          <p:nvGrpSpPr>
            <p:cNvPr id="177" name="Google Shape;177;p12"/>
            <p:cNvGrpSpPr/>
            <p:nvPr/>
          </p:nvGrpSpPr>
          <p:grpSpPr>
            <a:xfrm>
              <a:off x="497600" y="4227213"/>
              <a:ext cx="160500" cy="601747"/>
              <a:chOff x="449500" y="4227400"/>
              <a:chExt cx="160500" cy="642000"/>
            </a:xfrm>
          </p:grpSpPr>
          <p:sp>
            <p:nvSpPr>
              <p:cNvPr id="178" name="Google Shape;178;p12"/>
              <p:cNvSpPr/>
              <p:nvPr/>
            </p:nvSpPr>
            <p:spPr>
              <a:xfrm>
                <a:off x="449500" y="4227400"/>
                <a:ext cx="160500" cy="160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79" name="Google Shape;179;p12"/>
              <p:cNvSpPr/>
              <p:nvPr/>
            </p:nvSpPr>
            <p:spPr>
              <a:xfrm>
                <a:off x="449500" y="4387900"/>
                <a:ext cx="160500" cy="16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80" name="Google Shape;180;p12"/>
              <p:cNvSpPr/>
              <p:nvPr/>
            </p:nvSpPr>
            <p:spPr>
              <a:xfrm>
                <a:off x="449500" y="4548400"/>
                <a:ext cx="160500" cy="16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81" name="Google Shape;181;p12"/>
              <p:cNvSpPr/>
              <p:nvPr/>
            </p:nvSpPr>
            <p:spPr>
              <a:xfrm>
                <a:off x="449500" y="4708900"/>
                <a:ext cx="160500" cy="16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</p:grpSp>
      <p:grpSp>
        <p:nvGrpSpPr>
          <p:cNvPr id="182" name="Google Shape;182;p12"/>
          <p:cNvGrpSpPr/>
          <p:nvPr/>
        </p:nvGrpSpPr>
        <p:grpSpPr>
          <a:xfrm>
            <a:off x="-792175" y="1876250"/>
            <a:ext cx="1891175" cy="1269988"/>
            <a:chOff x="-792175" y="1876250"/>
            <a:chExt cx="1891175" cy="1269988"/>
          </a:xfrm>
        </p:grpSpPr>
        <p:sp>
          <p:nvSpPr>
            <p:cNvPr id="183" name="Google Shape;183;p12"/>
            <p:cNvSpPr/>
            <p:nvPr/>
          </p:nvSpPr>
          <p:spPr>
            <a:xfrm>
              <a:off x="-406400" y="2320750"/>
              <a:ext cx="1505400" cy="3810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184" name="Google Shape;184;p12"/>
            <p:cNvSpPr/>
            <p:nvPr/>
          </p:nvSpPr>
          <p:spPr>
            <a:xfrm>
              <a:off x="-792175" y="1876250"/>
              <a:ext cx="15054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185" name="Google Shape;185;p12"/>
            <p:cNvSpPr/>
            <p:nvPr/>
          </p:nvSpPr>
          <p:spPr>
            <a:xfrm>
              <a:off x="-792175" y="2765238"/>
              <a:ext cx="15054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5"/>
          <p:cNvSpPr txBox="1">
            <a:spLocks noGrp="1"/>
          </p:cNvSpPr>
          <p:nvPr>
            <p:ph type="subTitle" idx="1"/>
          </p:nvPr>
        </p:nvSpPr>
        <p:spPr>
          <a:xfrm>
            <a:off x="4804600" y="1628750"/>
            <a:ext cx="3016800" cy="217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5"/>
          <p:cNvSpPr txBox="1">
            <a:spLocks noGrp="1"/>
          </p:cNvSpPr>
          <p:nvPr>
            <p:ph type="subTitle" idx="2"/>
          </p:nvPr>
        </p:nvSpPr>
        <p:spPr>
          <a:xfrm>
            <a:off x="1322600" y="1628750"/>
            <a:ext cx="3016800" cy="217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8" name="Google Shape;218;p15"/>
          <p:cNvGrpSpPr/>
          <p:nvPr/>
        </p:nvGrpSpPr>
        <p:grpSpPr>
          <a:xfrm>
            <a:off x="8546950" y="349000"/>
            <a:ext cx="385800" cy="381000"/>
            <a:chOff x="6069775" y="4352925"/>
            <a:chExt cx="385800" cy="381000"/>
          </a:xfrm>
        </p:grpSpPr>
        <p:sp>
          <p:nvSpPr>
            <p:cNvPr id="219" name="Google Shape;219;p15"/>
            <p:cNvSpPr/>
            <p:nvPr/>
          </p:nvSpPr>
          <p:spPr>
            <a:xfrm>
              <a:off x="6182425" y="4452875"/>
              <a:ext cx="160500" cy="16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cxnSp>
          <p:nvCxnSpPr>
            <p:cNvPr id="220" name="Google Shape;220;p15"/>
            <p:cNvCxnSpPr/>
            <p:nvPr/>
          </p:nvCxnSpPr>
          <p:spPr>
            <a:xfrm>
              <a:off x="6262675" y="4352925"/>
              <a:ext cx="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1" name="Google Shape;221;p15"/>
            <p:cNvCxnSpPr/>
            <p:nvPr/>
          </p:nvCxnSpPr>
          <p:spPr>
            <a:xfrm rot="10800000">
              <a:off x="6069775" y="4535225"/>
              <a:ext cx="3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2" name="Google Shape;222;p15"/>
          <p:cNvGrpSpPr/>
          <p:nvPr/>
        </p:nvGrpSpPr>
        <p:grpSpPr>
          <a:xfrm>
            <a:off x="335675" y="4267457"/>
            <a:ext cx="8484425" cy="601747"/>
            <a:chOff x="335675" y="4267457"/>
            <a:chExt cx="8484425" cy="601747"/>
          </a:xfrm>
        </p:grpSpPr>
        <p:grpSp>
          <p:nvGrpSpPr>
            <p:cNvPr id="223" name="Google Shape;223;p15"/>
            <p:cNvGrpSpPr/>
            <p:nvPr/>
          </p:nvGrpSpPr>
          <p:grpSpPr>
            <a:xfrm>
              <a:off x="335675" y="4267457"/>
              <a:ext cx="160500" cy="601747"/>
              <a:chOff x="449500" y="4227400"/>
              <a:chExt cx="160500" cy="642000"/>
            </a:xfrm>
          </p:grpSpPr>
          <p:sp>
            <p:nvSpPr>
              <p:cNvPr id="224" name="Google Shape;224;p15"/>
              <p:cNvSpPr/>
              <p:nvPr/>
            </p:nvSpPr>
            <p:spPr>
              <a:xfrm>
                <a:off x="449500" y="4227400"/>
                <a:ext cx="160500" cy="160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25" name="Google Shape;225;p15"/>
              <p:cNvSpPr/>
              <p:nvPr/>
            </p:nvSpPr>
            <p:spPr>
              <a:xfrm>
                <a:off x="449500" y="4387900"/>
                <a:ext cx="160500" cy="16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26" name="Google Shape;226;p15"/>
              <p:cNvSpPr/>
              <p:nvPr/>
            </p:nvSpPr>
            <p:spPr>
              <a:xfrm>
                <a:off x="449500" y="4548400"/>
                <a:ext cx="160500" cy="16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27" name="Google Shape;227;p15"/>
              <p:cNvSpPr/>
              <p:nvPr/>
            </p:nvSpPr>
            <p:spPr>
              <a:xfrm>
                <a:off x="449500" y="4708900"/>
                <a:ext cx="160500" cy="16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  <p:grpSp>
          <p:nvGrpSpPr>
            <p:cNvPr id="228" name="Google Shape;228;p15"/>
            <p:cNvGrpSpPr/>
            <p:nvPr/>
          </p:nvGrpSpPr>
          <p:grpSpPr>
            <a:xfrm>
              <a:off x="8659600" y="4267457"/>
              <a:ext cx="160500" cy="601747"/>
              <a:chOff x="449500" y="4227400"/>
              <a:chExt cx="160500" cy="642000"/>
            </a:xfrm>
          </p:grpSpPr>
          <p:sp>
            <p:nvSpPr>
              <p:cNvPr id="229" name="Google Shape;229;p15"/>
              <p:cNvSpPr/>
              <p:nvPr/>
            </p:nvSpPr>
            <p:spPr>
              <a:xfrm>
                <a:off x="449500" y="4227400"/>
                <a:ext cx="160500" cy="160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30" name="Google Shape;230;p15"/>
              <p:cNvSpPr/>
              <p:nvPr/>
            </p:nvSpPr>
            <p:spPr>
              <a:xfrm>
                <a:off x="449500" y="4387900"/>
                <a:ext cx="160500" cy="16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31" name="Google Shape;231;p15"/>
              <p:cNvSpPr/>
              <p:nvPr/>
            </p:nvSpPr>
            <p:spPr>
              <a:xfrm>
                <a:off x="449500" y="4548400"/>
                <a:ext cx="160500" cy="16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32" name="Google Shape;232;p15"/>
              <p:cNvSpPr/>
              <p:nvPr/>
            </p:nvSpPr>
            <p:spPr>
              <a:xfrm>
                <a:off x="449500" y="4708900"/>
                <a:ext cx="160500" cy="16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>
            <a:spLocks noGrp="1"/>
          </p:cNvSpPr>
          <p:nvPr>
            <p:ph type="subTitle" idx="1"/>
          </p:nvPr>
        </p:nvSpPr>
        <p:spPr>
          <a:xfrm>
            <a:off x="948731" y="3310824"/>
            <a:ext cx="23055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17"/>
          <p:cNvSpPr txBox="1">
            <a:spLocks noGrp="1"/>
          </p:cNvSpPr>
          <p:nvPr>
            <p:ph type="subTitle" idx="2"/>
          </p:nvPr>
        </p:nvSpPr>
        <p:spPr>
          <a:xfrm>
            <a:off x="3390671" y="3310824"/>
            <a:ext cx="23055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17"/>
          <p:cNvSpPr txBox="1">
            <a:spLocks noGrp="1"/>
          </p:cNvSpPr>
          <p:nvPr>
            <p:ph type="subTitle" idx="3"/>
          </p:nvPr>
        </p:nvSpPr>
        <p:spPr>
          <a:xfrm>
            <a:off x="5889769" y="3310824"/>
            <a:ext cx="23055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17"/>
          <p:cNvSpPr txBox="1">
            <a:spLocks noGrp="1"/>
          </p:cNvSpPr>
          <p:nvPr>
            <p:ph type="subTitle" idx="4"/>
          </p:nvPr>
        </p:nvSpPr>
        <p:spPr>
          <a:xfrm>
            <a:off x="948731" y="3000275"/>
            <a:ext cx="23055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8" name="Google Shape;258;p17"/>
          <p:cNvSpPr txBox="1">
            <a:spLocks noGrp="1"/>
          </p:cNvSpPr>
          <p:nvPr>
            <p:ph type="subTitle" idx="5"/>
          </p:nvPr>
        </p:nvSpPr>
        <p:spPr>
          <a:xfrm>
            <a:off x="3390672" y="3000275"/>
            <a:ext cx="23055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9" name="Google Shape;259;p17"/>
          <p:cNvSpPr txBox="1">
            <a:spLocks noGrp="1"/>
          </p:cNvSpPr>
          <p:nvPr>
            <p:ph type="subTitle" idx="6"/>
          </p:nvPr>
        </p:nvSpPr>
        <p:spPr>
          <a:xfrm>
            <a:off x="5889769" y="3000275"/>
            <a:ext cx="23055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60" name="Google Shape;260;p17"/>
          <p:cNvGrpSpPr/>
          <p:nvPr/>
        </p:nvGrpSpPr>
        <p:grpSpPr>
          <a:xfrm flipH="1">
            <a:off x="520313" y="4418075"/>
            <a:ext cx="385800" cy="381000"/>
            <a:chOff x="6069775" y="4352925"/>
            <a:chExt cx="385800" cy="381000"/>
          </a:xfrm>
        </p:grpSpPr>
        <p:sp>
          <p:nvSpPr>
            <p:cNvPr id="261" name="Google Shape;261;p17"/>
            <p:cNvSpPr/>
            <p:nvPr/>
          </p:nvSpPr>
          <p:spPr>
            <a:xfrm>
              <a:off x="6182425" y="4452875"/>
              <a:ext cx="160500" cy="16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cxnSp>
          <p:nvCxnSpPr>
            <p:cNvPr id="262" name="Google Shape;262;p17"/>
            <p:cNvCxnSpPr/>
            <p:nvPr/>
          </p:nvCxnSpPr>
          <p:spPr>
            <a:xfrm>
              <a:off x="6262675" y="4352925"/>
              <a:ext cx="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" name="Google Shape;263;p17"/>
            <p:cNvCxnSpPr/>
            <p:nvPr/>
          </p:nvCxnSpPr>
          <p:spPr>
            <a:xfrm rot="10800000">
              <a:off x="6069775" y="4535225"/>
              <a:ext cx="3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4" name="Google Shape;264;p17"/>
          <p:cNvGrpSpPr/>
          <p:nvPr/>
        </p:nvGrpSpPr>
        <p:grpSpPr>
          <a:xfrm flipH="1">
            <a:off x="7984608" y="4172721"/>
            <a:ext cx="709065" cy="601645"/>
            <a:chOff x="8076238" y="467775"/>
            <a:chExt cx="709065" cy="601645"/>
          </a:xfrm>
        </p:grpSpPr>
        <p:sp>
          <p:nvSpPr>
            <p:cNvPr id="265" name="Google Shape;265;p17"/>
            <p:cNvSpPr/>
            <p:nvPr/>
          </p:nvSpPr>
          <p:spPr>
            <a:xfrm>
              <a:off x="8076238" y="467775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>
              <a:off x="8727403" y="1016920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cxnSp>
          <p:nvCxnSpPr>
            <p:cNvPr id="267" name="Google Shape;267;p17"/>
            <p:cNvCxnSpPr>
              <a:stCxn id="265" idx="2"/>
              <a:endCxn id="266" idx="1"/>
            </p:cNvCxnSpPr>
            <p:nvPr/>
          </p:nvCxnSpPr>
          <p:spPr>
            <a:xfrm rot="-5400000" flipH="1">
              <a:off x="8154838" y="470625"/>
              <a:ext cx="522900" cy="622200"/>
            </a:xfrm>
            <a:prstGeom prst="curved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8" name="Google Shape;268;p17"/>
          <p:cNvGrpSpPr/>
          <p:nvPr/>
        </p:nvGrpSpPr>
        <p:grpSpPr>
          <a:xfrm>
            <a:off x="8647800" y="369077"/>
            <a:ext cx="160500" cy="601747"/>
            <a:chOff x="449500" y="4227400"/>
            <a:chExt cx="160500" cy="642000"/>
          </a:xfrm>
        </p:grpSpPr>
        <p:sp>
          <p:nvSpPr>
            <p:cNvPr id="269" name="Google Shape;269;p17"/>
            <p:cNvSpPr/>
            <p:nvPr/>
          </p:nvSpPr>
          <p:spPr>
            <a:xfrm>
              <a:off x="449500" y="4227400"/>
              <a:ext cx="160500" cy="160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449500" y="4387900"/>
              <a:ext cx="1605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449500" y="4548400"/>
              <a:ext cx="1605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449500" y="4708900"/>
              <a:ext cx="1605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8"/>
          <p:cNvSpPr txBox="1">
            <a:spLocks noGrp="1"/>
          </p:cNvSpPr>
          <p:nvPr>
            <p:ph type="subTitle" idx="1"/>
          </p:nvPr>
        </p:nvSpPr>
        <p:spPr>
          <a:xfrm>
            <a:off x="1324606" y="2040777"/>
            <a:ext cx="20205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18"/>
          <p:cNvSpPr txBox="1">
            <a:spLocks noGrp="1"/>
          </p:cNvSpPr>
          <p:nvPr>
            <p:ph type="subTitle" idx="2"/>
          </p:nvPr>
        </p:nvSpPr>
        <p:spPr>
          <a:xfrm>
            <a:off x="3561760" y="2040777"/>
            <a:ext cx="20205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18"/>
          <p:cNvSpPr txBox="1">
            <a:spLocks noGrp="1"/>
          </p:cNvSpPr>
          <p:nvPr>
            <p:ph type="subTitle" idx="3"/>
          </p:nvPr>
        </p:nvSpPr>
        <p:spPr>
          <a:xfrm>
            <a:off x="1324606" y="3529975"/>
            <a:ext cx="20205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18"/>
          <p:cNvSpPr txBox="1">
            <a:spLocks noGrp="1"/>
          </p:cNvSpPr>
          <p:nvPr>
            <p:ph type="subTitle" idx="4"/>
          </p:nvPr>
        </p:nvSpPr>
        <p:spPr>
          <a:xfrm>
            <a:off x="3561760" y="3529975"/>
            <a:ext cx="20205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18"/>
          <p:cNvSpPr txBox="1">
            <a:spLocks noGrp="1"/>
          </p:cNvSpPr>
          <p:nvPr>
            <p:ph type="subTitle" idx="5"/>
          </p:nvPr>
        </p:nvSpPr>
        <p:spPr>
          <a:xfrm>
            <a:off x="5798894" y="2040777"/>
            <a:ext cx="20205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18"/>
          <p:cNvSpPr txBox="1">
            <a:spLocks noGrp="1"/>
          </p:cNvSpPr>
          <p:nvPr>
            <p:ph type="subTitle" idx="6"/>
          </p:nvPr>
        </p:nvSpPr>
        <p:spPr>
          <a:xfrm>
            <a:off x="5798894" y="3529975"/>
            <a:ext cx="20205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18"/>
          <p:cNvSpPr txBox="1">
            <a:spLocks noGrp="1"/>
          </p:cNvSpPr>
          <p:nvPr>
            <p:ph type="subTitle" idx="7"/>
          </p:nvPr>
        </p:nvSpPr>
        <p:spPr>
          <a:xfrm>
            <a:off x="1324600" y="1610350"/>
            <a:ext cx="2020500" cy="50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82" name="Google Shape;282;p18"/>
          <p:cNvSpPr txBox="1">
            <a:spLocks noGrp="1"/>
          </p:cNvSpPr>
          <p:nvPr>
            <p:ph type="subTitle" idx="8"/>
          </p:nvPr>
        </p:nvSpPr>
        <p:spPr>
          <a:xfrm>
            <a:off x="3561758" y="1610350"/>
            <a:ext cx="2020500" cy="50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83" name="Google Shape;283;p18"/>
          <p:cNvSpPr txBox="1">
            <a:spLocks noGrp="1"/>
          </p:cNvSpPr>
          <p:nvPr>
            <p:ph type="subTitle" idx="9"/>
          </p:nvPr>
        </p:nvSpPr>
        <p:spPr>
          <a:xfrm>
            <a:off x="1324600" y="3099526"/>
            <a:ext cx="2020500" cy="50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84" name="Google Shape;284;p18"/>
          <p:cNvSpPr txBox="1">
            <a:spLocks noGrp="1"/>
          </p:cNvSpPr>
          <p:nvPr>
            <p:ph type="subTitle" idx="13"/>
          </p:nvPr>
        </p:nvSpPr>
        <p:spPr>
          <a:xfrm>
            <a:off x="3561758" y="3099526"/>
            <a:ext cx="2020500" cy="50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85" name="Google Shape;285;p18"/>
          <p:cNvSpPr txBox="1">
            <a:spLocks noGrp="1"/>
          </p:cNvSpPr>
          <p:nvPr>
            <p:ph type="subTitle" idx="14"/>
          </p:nvPr>
        </p:nvSpPr>
        <p:spPr>
          <a:xfrm>
            <a:off x="5798896" y="1610350"/>
            <a:ext cx="2020500" cy="50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86" name="Google Shape;286;p18"/>
          <p:cNvSpPr txBox="1">
            <a:spLocks noGrp="1"/>
          </p:cNvSpPr>
          <p:nvPr>
            <p:ph type="subTitle" idx="15"/>
          </p:nvPr>
        </p:nvSpPr>
        <p:spPr>
          <a:xfrm>
            <a:off x="5798896" y="3099526"/>
            <a:ext cx="2020500" cy="50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87" name="Google Shape;287;p18"/>
          <p:cNvGrpSpPr/>
          <p:nvPr/>
        </p:nvGrpSpPr>
        <p:grpSpPr>
          <a:xfrm>
            <a:off x="8237875" y="349000"/>
            <a:ext cx="385800" cy="381000"/>
            <a:chOff x="6069775" y="4352925"/>
            <a:chExt cx="385800" cy="381000"/>
          </a:xfrm>
        </p:grpSpPr>
        <p:sp>
          <p:nvSpPr>
            <p:cNvPr id="288" name="Google Shape;288;p18"/>
            <p:cNvSpPr/>
            <p:nvPr/>
          </p:nvSpPr>
          <p:spPr>
            <a:xfrm>
              <a:off x="6182425" y="4452875"/>
              <a:ext cx="160500" cy="16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cxnSp>
          <p:nvCxnSpPr>
            <p:cNvPr id="289" name="Google Shape;289;p18"/>
            <p:cNvCxnSpPr/>
            <p:nvPr/>
          </p:nvCxnSpPr>
          <p:spPr>
            <a:xfrm>
              <a:off x="6262675" y="4352925"/>
              <a:ext cx="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0" name="Google Shape;290;p18"/>
            <p:cNvCxnSpPr/>
            <p:nvPr/>
          </p:nvCxnSpPr>
          <p:spPr>
            <a:xfrm rot="10800000">
              <a:off x="6069775" y="4535225"/>
              <a:ext cx="3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91" name="Google Shape;291;p18"/>
          <p:cNvGrpSpPr/>
          <p:nvPr/>
        </p:nvGrpSpPr>
        <p:grpSpPr>
          <a:xfrm>
            <a:off x="335675" y="4267457"/>
            <a:ext cx="160500" cy="601747"/>
            <a:chOff x="449500" y="4227400"/>
            <a:chExt cx="160500" cy="642000"/>
          </a:xfrm>
        </p:grpSpPr>
        <p:sp>
          <p:nvSpPr>
            <p:cNvPr id="292" name="Google Shape;292;p18"/>
            <p:cNvSpPr/>
            <p:nvPr/>
          </p:nvSpPr>
          <p:spPr>
            <a:xfrm>
              <a:off x="449500" y="4227400"/>
              <a:ext cx="160500" cy="160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449500" y="4387900"/>
              <a:ext cx="1605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449500" y="4548400"/>
              <a:ext cx="1605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449500" y="4708900"/>
              <a:ext cx="1605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22"/>
          <p:cNvGrpSpPr/>
          <p:nvPr/>
        </p:nvGrpSpPr>
        <p:grpSpPr>
          <a:xfrm flipH="1">
            <a:off x="270488" y="4418075"/>
            <a:ext cx="385800" cy="381000"/>
            <a:chOff x="6069775" y="4352925"/>
            <a:chExt cx="385800" cy="381000"/>
          </a:xfrm>
        </p:grpSpPr>
        <p:sp>
          <p:nvSpPr>
            <p:cNvPr id="355" name="Google Shape;355;p22"/>
            <p:cNvSpPr/>
            <p:nvPr/>
          </p:nvSpPr>
          <p:spPr>
            <a:xfrm>
              <a:off x="6182425" y="4452875"/>
              <a:ext cx="160500" cy="16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cxnSp>
          <p:nvCxnSpPr>
            <p:cNvPr id="356" name="Google Shape;356;p22"/>
            <p:cNvCxnSpPr/>
            <p:nvPr/>
          </p:nvCxnSpPr>
          <p:spPr>
            <a:xfrm>
              <a:off x="6262675" y="4352925"/>
              <a:ext cx="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7" name="Google Shape;357;p22"/>
            <p:cNvCxnSpPr/>
            <p:nvPr/>
          </p:nvCxnSpPr>
          <p:spPr>
            <a:xfrm rot="10800000">
              <a:off x="6069775" y="4535225"/>
              <a:ext cx="3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58" name="Google Shape;358;p22"/>
          <p:cNvGrpSpPr/>
          <p:nvPr/>
        </p:nvGrpSpPr>
        <p:grpSpPr>
          <a:xfrm flipH="1">
            <a:off x="8693663" y="4197338"/>
            <a:ext cx="160500" cy="601747"/>
            <a:chOff x="449500" y="4227400"/>
            <a:chExt cx="160500" cy="642000"/>
          </a:xfrm>
        </p:grpSpPr>
        <p:sp>
          <p:nvSpPr>
            <p:cNvPr id="359" name="Google Shape;359;p22"/>
            <p:cNvSpPr/>
            <p:nvPr/>
          </p:nvSpPr>
          <p:spPr>
            <a:xfrm>
              <a:off x="449500" y="4227400"/>
              <a:ext cx="160500" cy="160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449500" y="4387900"/>
              <a:ext cx="1605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449500" y="4548400"/>
              <a:ext cx="1605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449500" y="4708900"/>
              <a:ext cx="1605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  <p:grpSp>
        <p:nvGrpSpPr>
          <p:cNvPr id="363" name="Google Shape;363;p22"/>
          <p:cNvGrpSpPr/>
          <p:nvPr/>
        </p:nvGrpSpPr>
        <p:grpSpPr>
          <a:xfrm flipH="1">
            <a:off x="8109888" y="1264600"/>
            <a:ext cx="1891175" cy="1269988"/>
            <a:chOff x="-792175" y="1876250"/>
            <a:chExt cx="1891175" cy="1269988"/>
          </a:xfrm>
        </p:grpSpPr>
        <p:sp>
          <p:nvSpPr>
            <p:cNvPr id="364" name="Google Shape;364;p22"/>
            <p:cNvSpPr/>
            <p:nvPr/>
          </p:nvSpPr>
          <p:spPr>
            <a:xfrm>
              <a:off x="-406400" y="2320750"/>
              <a:ext cx="1505400" cy="3810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-792175" y="1876250"/>
              <a:ext cx="15054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-792175" y="2765238"/>
              <a:ext cx="15054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23"/>
          <p:cNvGrpSpPr/>
          <p:nvPr/>
        </p:nvGrpSpPr>
        <p:grpSpPr>
          <a:xfrm>
            <a:off x="257200" y="423613"/>
            <a:ext cx="8516200" cy="4405347"/>
            <a:chOff x="257200" y="423613"/>
            <a:chExt cx="8516200" cy="4405347"/>
          </a:xfrm>
        </p:grpSpPr>
        <p:grpSp>
          <p:nvGrpSpPr>
            <p:cNvPr id="369" name="Google Shape;369;p23"/>
            <p:cNvGrpSpPr/>
            <p:nvPr/>
          </p:nvGrpSpPr>
          <p:grpSpPr>
            <a:xfrm>
              <a:off x="8612900" y="423613"/>
              <a:ext cx="160500" cy="601747"/>
              <a:chOff x="449500" y="4227400"/>
              <a:chExt cx="160500" cy="642000"/>
            </a:xfrm>
          </p:grpSpPr>
          <p:sp>
            <p:nvSpPr>
              <p:cNvPr id="370" name="Google Shape;370;p23"/>
              <p:cNvSpPr/>
              <p:nvPr/>
            </p:nvSpPr>
            <p:spPr>
              <a:xfrm>
                <a:off x="449500" y="4227400"/>
                <a:ext cx="160500" cy="160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371" name="Google Shape;371;p23"/>
              <p:cNvSpPr/>
              <p:nvPr/>
            </p:nvSpPr>
            <p:spPr>
              <a:xfrm>
                <a:off x="449500" y="4387900"/>
                <a:ext cx="160500" cy="16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372" name="Google Shape;372;p23"/>
              <p:cNvSpPr/>
              <p:nvPr/>
            </p:nvSpPr>
            <p:spPr>
              <a:xfrm>
                <a:off x="449500" y="4548400"/>
                <a:ext cx="160500" cy="16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373" name="Google Shape;373;p23"/>
              <p:cNvSpPr/>
              <p:nvPr/>
            </p:nvSpPr>
            <p:spPr>
              <a:xfrm>
                <a:off x="449500" y="4708900"/>
                <a:ext cx="160500" cy="16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  <p:grpSp>
          <p:nvGrpSpPr>
            <p:cNvPr id="374" name="Google Shape;374;p23"/>
            <p:cNvGrpSpPr/>
            <p:nvPr/>
          </p:nvGrpSpPr>
          <p:grpSpPr>
            <a:xfrm>
              <a:off x="257200" y="4227213"/>
              <a:ext cx="160500" cy="601747"/>
              <a:chOff x="449500" y="4227400"/>
              <a:chExt cx="160500" cy="642000"/>
            </a:xfrm>
          </p:grpSpPr>
          <p:sp>
            <p:nvSpPr>
              <p:cNvPr id="375" name="Google Shape;375;p23"/>
              <p:cNvSpPr/>
              <p:nvPr/>
            </p:nvSpPr>
            <p:spPr>
              <a:xfrm>
                <a:off x="449500" y="4227400"/>
                <a:ext cx="160500" cy="160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376" name="Google Shape;376;p23"/>
              <p:cNvSpPr/>
              <p:nvPr/>
            </p:nvSpPr>
            <p:spPr>
              <a:xfrm>
                <a:off x="449500" y="4387900"/>
                <a:ext cx="160500" cy="16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377" name="Google Shape;377;p23"/>
              <p:cNvSpPr/>
              <p:nvPr/>
            </p:nvSpPr>
            <p:spPr>
              <a:xfrm>
                <a:off x="449500" y="4548400"/>
                <a:ext cx="160500" cy="16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378" name="Google Shape;378;p23"/>
              <p:cNvSpPr/>
              <p:nvPr/>
            </p:nvSpPr>
            <p:spPr>
              <a:xfrm>
                <a:off x="449500" y="4708900"/>
                <a:ext cx="160500" cy="16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</p:grpSp>
      <p:grpSp>
        <p:nvGrpSpPr>
          <p:cNvPr id="379" name="Google Shape;379;p23"/>
          <p:cNvGrpSpPr/>
          <p:nvPr/>
        </p:nvGrpSpPr>
        <p:grpSpPr>
          <a:xfrm rot="-5400000">
            <a:off x="8248338" y="4307750"/>
            <a:ext cx="709065" cy="601645"/>
            <a:chOff x="8076238" y="467775"/>
            <a:chExt cx="709065" cy="601645"/>
          </a:xfrm>
        </p:grpSpPr>
        <p:sp>
          <p:nvSpPr>
            <p:cNvPr id="380" name="Google Shape;380;p23"/>
            <p:cNvSpPr/>
            <p:nvPr/>
          </p:nvSpPr>
          <p:spPr>
            <a:xfrm>
              <a:off x="8076238" y="467775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381" name="Google Shape;381;p23"/>
            <p:cNvSpPr/>
            <p:nvPr/>
          </p:nvSpPr>
          <p:spPr>
            <a:xfrm>
              <a:off x="8727403" y="1016920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cxnSp>
          <p:nvCxnSpPr>
            <p:cNvPr id="382" name="Google Shape;382;p23"/>
            <p:cNvCxnSpPr>
              <a:stCxn id="380" idx="2"/>
              <a:endCxn id="381" idx="1"/>
            </p:cNvCxnSpPr>
            <p:nvPr/>
          </p:nvCxnSpPr>
          <p:spPr>
            <a:xfrm rot="-5400000" flipH="1">
              <a:off x="8154838" y="470625"/>
              <a:ext cx="522900" cy="622200"/>
            </a:xfrm>
            <a:prstGeom prst="curved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jalla One"/>
              <a:buNone/>
              <a:defRPr sz="3000" b="1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 Medium"/>
              <a:buChar char="●"/>
              <a:defRPr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 Medium"/>
              <a:buChar char="○"/>
              <a:defRPr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 Medium"/>
              <a:buChar char="■"/>
              <a:defRPr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 Medium"/>
              <a:buChar char="●"/>
              <a:defRPr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 Medium"/>
              <a:buChar char="○"/>
              <a:defRPr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 Medium"/>
              <a:buChar char="■"/>
              <a:defRPr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 Medium"/>
              <a:buChar char="●"/>
              <a:defRPr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 Medium"/>
              <a:buChar char="○"/>
              <a:defRPr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 Medium"/>
              <a:buChar char="■"/>
              <a:defRPr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8" r:id="rId3"/>
    <p:sldLayoutId id="2147483659" r:id="rId4"/>
    <p:sldLayoutId id="2147483661" r:id="rId5"/>
    <p:sldLayoutId id="2147483663" r:id="rId6"/>
    <p:sldLayoutId id="2147483664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7"/>
          <p:cNvSpPr txBox="1">
            <a:spLocks noGrp="1"/>
          </p:cNvSpPr>
          <p:nvPr>
            <p:ph type="ctrTitle"/>
          </p:nvPr>
        </p:nvSpPr>
        <p:spPr>
          <a:xfrm>
            <a:off x="1770375" y="1282300"/>
            <a:ext cx="5816700" cy="207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jalla One"/>
                <a:ea typeface="Fjalla One"/>
                <a:cs typeface="Fjalla One"/>
                <a:sym typeface="Fjalla One"/>
              </a:rPr>
              <a:t>MC311 Requests Analysis</a:t>
            </a:r>
            <a:endParaRPr sz="5700" b="0" dirty="0"/>
          </a:p>
        </p:txBody>
      </p:sp>
      <p:sp>
        <p:nvSpPr>
          <p:cNvPr id="394" name="Google Shape;394;p27"/>
          <p:cNvSpPr txBox="1">
            <a:spLocks noGrp="1"/>
          </p:cNvSpPr>
          <p:nvPr>
            <p:ph type="subTitle" idx="1"/>
          </p:nvPr>
        </p:nvSpPr>
        <p:spPr>
          <a:xfrm>
            <a:off x="1770375" y="3626702"/>
            <a:ext cx="5816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Han Le</a:t>
            </a:r>
            <a:endParaRPr dirty="0"/>
          </a:p>
        </p:txBody>
      </p:sp>
      <p:grpSp>
        <p:nvGrpSpPr>
          <p:cNvPr id="395" name="Google Shape;395;p27"/>
          <p:cNvGrpSpPr/>
          <p:nvPr/>
        </p:nvGrpSpPr>
        <p:grpSpPr>
          <a:xfrm>
            <a:off x="1932977" y="1025348"/>
            <a:ext cx="160504" cy="269944"/>
            <a:chOff x="-38109725" y="3955025"/>
            <a:chExt cx="188275" cy="316650"/>
          </a:xfrm>
        </p:grpSpPr>
        <p:sp>
          <p:nvSpPr>
            <p:cNvPr id="396" name="Google Shape;396;p27"/>
            <p:cNvSpPr/>
            <p:nvPr/>
          </p:nvSpPr>
          <p:spPr>
            <a:xfrm>
              <a:off x="-38109725" y="3955025"/>
              <a:ext cx="188275" cy="220575"/>
            </a:xfrm>
            <a:custGeom>
              <a:avLst/>
              <a:gdLst/>
              <a:ahLst/>
              <a:cxnLst/>
              <a:rect l="l" t="t" r="r" b="b"/>
              <a:pathLst>
                <a:path w="7531" h="8823" extrusionOk="0">
                  <a:moveTo>
                    <a:pt x="3372" y="1"/>
                  </a:moveTo>
                  <a:lnTo>
                    <a:pt x="95" y="5703"/>
                  </a:lnTo>
                  <a:cubicBezTo>
                    <a:pt x="1" y="5829"/>
                    <a:pt x="1" y="5987"/>
                    <a:pt x="95" y="6113"/>
                  </a:cubicBezTo>
                  <a:lnTo>
                    <a:pt x="1418" y="8822"/>
                  </a:lnTo>
                  <a:lnTo>
                    <a:pt x="6081" y="8822"/>
                  </a:lnTo>
                  <a:lnTo>
                    <a:pt x="7467" y="6113"/>
                  </a:lnTo>
                  <a:cubicBezTo>
                    <a:pt x="7530" y="5987"/>
                    <a:pt x="7499" y="5829"/>
                    <a:pt x="7467" y="5703"/>
                  </a:cubicBezTo>
                  <a:lnTo>
                    <a:pt x="4191" y="1"/>
                  </a:lnTo>
                  <a:lnTo>
                    <a:pt x="4191" y="4727"/>
                  </a:lnTo>
                  <a:cubicBezTo>
                    <a:pt x="4663" y="4884"/>
                    <a:pt x="5010" y="5357"/>
                    <a:pt x="5010" y="5892"/>
                  </a:cubicBezTo>
                  <a:cubicBezTo>
                    <a:pt x="5010" y="6585"/>
                    <a:pt x="4474" y="7121"/>
                    <a:pt x="3750" y="7121"/>
                  </a:cubicBezTo>
                  <a:cubicBezTo>
                    <a:pt x="3088" y="7121"/>
                    <a:pt x="2521" y="6585"/>
                    <a:pt x="2521" y="5892"/>
                  </a:cubicBezTo>
                  <a:cubicBezTo>
                    <a:pt x="2521" y="5357"/>
                    <a:pt x="2899" y="4916"/>
                    <a:pt x="3372" y="4727"/>
                  </a:cubicBezTo>
                  <a:lnTo>
                    <a:pt x="33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-38067200" y="4196050"/>
              <a:ext cx="104775" cy="75625"/>
            </a:xfrm>
            <a:custGeom>
              <a:avLst/>
              <a:gdLst/>
              <a:ahLst/>
              <a:cxnLst/>
              <a:rect l="l" t="t" r="r" b="b"/>
              <a:pathLst>
                <a:path w="4191" h="3025" extrusionOk="0">
                  <a:moveTo>
                    <a:pt x="32" y="0"/>
                  </a:moveTo>
                  <a:lnTo>
                    <a:pt x="32" y="2615"/>
                  </a:lnTo>
                  <a:cubicBezTo>
                    <a:pt x="1" y="2836"/>
                    <a:pt x="190" y="3025"/>
                    <a:pt x="442" y="3025"/>
                  </a:cubicBezTo>
                  <a:lnTo>
                    <a:pt x="3750" y="3025"/>
                  </a:lnTo>
                  <a:cubicBezTo>
                    <a:pt x="3970" y="3025"/>
                    <a:pt x="4191" y="2836"/>
                    <a:pt x="4191" y="2615"/>
                  </a:cubicBezTo>
                  <a:lnTo>
                    <a:pt x="4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" name="Google Shape;398;p27"/>
          <p:cNvGrpSpPr/>
          <p:nvPr/>
        </p:nvGrpSpPr>
        <p:grpSpPr>
          <a:xfrm>
            <a:off x="1384412" y="3727175"/>
            <a:ext cx="709065" cy="601645"/>
            <a:chOff x="8076238" y="467775"/>
            <a:chExt cx="709065" cy="601645"/>
          </a:xfrm>
        </p:grpSpPr>
        <p:sp>
          <p:nvSpPr>
            <p:cNvPr id="399" name="Google Shape;399;p27"/>
            <p:cNvSpPr/>
            <p:nvPr/>
          </p:nvSpPr>
          <p:spPr>
            <a:xfrm>
              <a:off x="8076238" y="467775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400" name="Google Shape;400;p27"/>
            <p:cNvSpPr/>
            <p:nvPr/>
          </p:nvSpPr>
          <p:spPr>
            <a:xfrm>
              <a:off x="8727403" y="1016920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cxnSp>
          <p:nvCxnSpPr>
            <p:cNvPr id="401" name="Google Shape;401;p27"/>
            <p:cNvCxnSpPr>
              <a:stCxn id="399" idx="2"/>
              <a:endCxn id="400" idx="1"/>
            </p:cNvCxnSpPr>
            <p:nvPr/>
          </p:nvCxnSpPr>
          <p:spPr>
            <a:xfrm rot="-5400000" flipH="1">
              <a:off x="8154838" y="470625"/>
              <a:ext cx="522900" cy="622200"/>
            </a:xfrm>
            <a:prstGeom prst="curved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02" name="Google Shape;402;p27"/>
          <p:cNvGrpSpPr/>
          <p:nvPr/>
        </p:nvGrpSpPr>
        <p:grpSpPr>
          <a:xfrm>
            <a:off x="8121450" y="4227225"/>
            <a:ext cx="385800" cy="381000"/>
            <a:chOff x="6069775" y="4352925"/>
            <a:chExt cx="385800" cy="381000"/>
          </a:xfrm>
        </p:grpSpPr>
        <p:sp>
          <p:nvSpPr>
            <p:cNvPr id="403" name="Google Shape;403;p27"/>
            <p:cNvSpPr/>
            <p:nvPr/>
          </p:nvSpPr>
          <p:spPr>
            <a:xfrm>
              <a:off x="6182425" y="4452875"/>
              <a:ext cx="160500" cy="16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cxnSp>
          <p:nvCxnSpPr>
            <p:cNvPr id="404" name="Google Shape;404;p27"/>
            <p:cNvCxnSpPr/>
            <p:nvPr/>
          </p:nvCxnSpPr>
          <p:spPr>
            <a:xfrm>
              <a:off x="6262675" y="4352925"/>
              <a:ext cx="0" cy="38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27"/>
            <p:cNvCxnSpPr/>
            <p:nvPr/>
          </p:nvCxnSpPr>
          <p:spPr>
            <a:xfrm rot="10800000">
              <a:off x="6069775" y="4535225"/>
              <a:ext cx="38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406" name="Google Shape;406;p27"/>
          <p:cNvCxnSpPr/>
          <p:nvPr/>
        </p:nvCxnSpPr>
        <p:spPr>
          <a:xfrm>
            <a:off x="1849850" y="3429000"/>
            <a:ext cx="7322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07" name="Google Shape;407;p27"/>
          <p:cNvGrpSpPr/>
          <p:nvPr/>
        </p:nvGrpSpPr>
        <p:grpSpPr>
          <a:xfrm rot="10800000">
            <a:off x="7252388" y="1012175"/>
            <a:ext cx="709065" cy="601645"/>
            <a:chOff x="8076238" y="467775"/>
            <a:chExt cx="709065" cy="601645"/>
          </a:xfrm>
        </p:grpSpPr>
        <p:sp>
          <p:nvSpPr>
            <p:cNvPr id="408" name="Google Shape;408;p27"/>
            <p:cNvSpPr/>
            <p:nvPr/>
          </p:nvSpPr>
          <p:spPr>
            <a:xfrm>
              <a:off x="8076238" y="467775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409" name="Google Shape;409;p27"/>
            <p:cNvSpPr/>
            <p:nvPr/>
          </p:nvSpPr>
          <p:spPr>
            <a:xfrm>
              <a:off x="8727403" y="1016920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cxnSp>
          <p:nvCxnSpPr>
            <p:cNvPr id="410" name="Google Shape;410;p27"/>
            <p:cNvCxnSpPr>
              <a:stCxn id="408" idx="2"/>
              <a:endCxn id="409" idx="1"/>
            </p:cNvCxnSpPr>
            <p:nvPr/>
          </p:nvCxnSpPr>
          <p:spPr>
            <a:xfrm rot="-5400000" flipH="1">
              <a:off x="8154838" y="470625"/>
              <a:ext cx="522900" cy="622200"/>
            </a:xfrm>
            <a:prstGeom prst="curved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Datasets and Ingestion</a:t>
            </a:r>
            <a:endParaRPr dirty="0"/>
          </a:p>
        </p:txBody>
      </p:sp>
      <p:sp>
        <p:nvSpPr>
          <p:cNvPr id="462" name="Google Shape;462;p31"/>
          <p:cNvSpPr txBox="1">
            <a:spLocks noGrp="1"/>
          </p:cNvSpPr>
          <p:nvPr>
            <p:ph type="subTitle" idx="1"/>
          </p:nvPr>
        </p:nvSpPr>
        <p:spPr>
          <a:xfrm>
            <a:off x="5152435" y="878737"/>
            <a:ext cx="3271565" cy="34614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lnSpc>
                <a:spcPct val="150000"/>
              </a:lnSpc>
            </a:pPr>
            <a:r>
              <a:rPr lang="en-US" b="1" dirty="0">
                <a:solidFill>
                  <a:schemeClr val="accent1"/>
                </a:solidFill>
              </a:rPr>
              <a:t>Ingestion</a:t>
            </a:r>
          </a:p>
          <a:p>
            <a:pPr marL="285750" indent="-285750" algn="ctr">
              <a:lnSpc>
                <a:spcPct val="150000"/>
              </a:lnSpc>
              <a:buFontTx/>
              <a:buChar char="-"/>
            </a:pPr>
            <a:r>
              <a:rPr lang="en-US" dirty="0"/>
              <a:t>SQL for selecting service areas and zip codes </a:t>
            </a:r>
          </a:p>
          <a:p>
            <a:pPr marL="285750" indent="-285750" algn="ctr">
              <a:lnSpc>
                <a:spcPct val="150000"/>
              </a:lnSpc>
              <a:buFontTx/>
              <a:buChar char="-"/>
            </a:pPr>
            <a:r>
              <a:rPr lang="en-US" dirty="0"/>
              <a:t>Date formats for MC311 data changed to match Weather data</a:t>
            </a:r>
          </a:p>
          <a:p>
            <a:pPr marL="285750" indent="-285750" algn="ctr">
              <a:lnSpc>
                <a:spcPct val="150000"/>
              </a:lnSpc>
              <a:buFontTx/>
              <a:buChar char="-"/>
            </a:pPr>
            <a:r>
              <a:rPr lang="en-US" dirty="0"/>
              <a:t>“</a:t>
            </a:r>
            <a:r>
              <a:rPr lang="en-US" dirty="0" err="1"/>
              <a:t>response_time</a:t>
            </a:r>
            <a:r>
              <a:rPr lang="en-US" dirty="0"/>
              <a:t>” variable created</a:t>
            </a:r>
          </a:p>
          <a:p>
            <a:pPr marL="285750" indent="-285750" algn="ctr">
              <a:lnSpc>
                <a:spcPct val="150000"/>
              </a:lnSpc>
              <a:buFontTx/>
              <a:buChar char="-"/>
            </a:pPr>
            <a:r>
              <a:rPr lang="en-US" dirty="0"/>
              <a:t>“</a:t>
            </a:r>
            <a:r>
              <a:rPr lang="en-US" dirty="0" err="1"/>
              <a:t>avg_temp</a:t>
            </a:r>
            <a:r>
              <a:rPr lang="en-US" dirty="0"/>
              <a:t>” variable created</a:t>
            </a:r>
          </a:p>
          <a:p>
            <a:pPr marL="285750" indent="-285750" algn="ctr">
              <a:lnSpc>
                <a:spcPct val="150000"/>
              </a:lnSpc>
              <a:buFontTx/>
              <a:buChar char="-"/>
            </a:pPr>
            <a:r>
              <a:rPr lang="en-US" dirty="0"/>
              <a:t>Merged MC311 and Weather</a:t>
            </a:r>
          </a:p>
          <a:p>
            <a:pPr marL="285750" indent="-285750" algn="ctr">
              <a:lnSpc>
                <a:spcPct val="150000"/>
              </a:lnSpc>
              <a:buFontTx/>
              <a:buChar char="-"/>
            </a:pPr>
            <a:r>
              <a:rPr lang="en-US" dirty="0"/>
              <a:t>Filtered/selected to chosen 5 zip codes for Zip Code data</a:t>
            </a:r>
          </a:p>
          <a:p>
            <a:pPr marL="285750" indent="-285750" algn="ctr">
              <a:lnSpc>
                <a:spcPct val="150000"/>
              </a:lnSpc>
              <a:buFontTx/>
              <a:buChar char="-"/>
            </a:pPr>
            <a:r>
              <a:rPr lang="en-US" dirty="0"/>
              <a:t>Renamed variable names for readability for all</a:t>
            </a:r>
          </a:p>
        </p:txBody>
      </p:sp>
      <p:sp>
        <p:nvSpPr>
          <p:cNvPr id="463" name="Google Shape;463;p31"/>
          <p:cNvSpPr txBox="1">
            <a:spLocks noGrp="1"/>
          </p:cNvSpPr>
          <p:nvPr>
            <p:ph type="subTitle" idx="2"/>
          </p:nvPr>
        </p:nvSpPr>
        <p:spPr>
          <a:xfrm>
            <a:off x="585216" y="1088644"/>
            <a:ext cx="4498848" cy="27118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MC311 Requests</a:t>
            </a:r>
          </a:p>
          <a:p>
            <a:pPr marL="444500" indent="-285750">
              <a:buFont typeface="Arial" panose="020B0604020202020204" pitchFamily="34" charset="0"/>
              <a:buChar char="•"/>
            </a:pPr>
            <a:r>
              <a:rPr lang="en-US" dirty="0"/>
              <a:t>Variables such as opened/closed date, area of service, zip code</a:t>
            </a:r>
          </a:p>
          <a:p>
            <a:pPr marL="444500" indent="-285750">
              <a:buFont typeface="Arial" panose="020B0604020202020204" pitchFamily="34" charset="0"/>
              <a:buChar char="•"/>
            </a:pPr>
            <a:r>
              <a:rPr lang="en-US" dirty="0"/>
              <a:t>Source: </a:t>
            </a:r>
            <a:r>
              <a:rPr lang="en-US" dirty="0" err="1"/>
              <a:t>dataMontgomery</a:t>
            </a:r>
            <a:endParaRPr lang="en-US" dirty="0"/>
          </a:p>
          <a:p>
            <a:pPr marL="158750" indent="0"/>
            <a:endParaRPr lang="en-US" dirty="0"/>
          </a:p>
          <a:p>
            <a:pPr marL="158750" indent="0"/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Maryland Weather Summaries</a:t>
            </a:r>
          </a:p>
          <a:p>
            <a:pPr marL="444500" indent="-285750">
              <a:buFont typeface="Arial" panose="020B0604020202020204" pitchFamily="34" charset="0"/>
              <a:buChar char="•"/>
            </a:pPr>
            <a:r>
              <a:rPr lang="en-US" dirty="0"/>
              <a:t>Variables such as date recorded, max/min temperature, precipitation </a:t>
            </a:r>
          </a:p>
          <a:p>
            <a:pPr marL="444500" indent="-285750">
              <a:buFont typeface="Arial" panose="020B0604020202020204" pitchFamily="34" charset="0"/>
              <a:buChar char="•"/>
            </a:pPr>
            <a:r>
              <a:rPr lang="en-US" dirty="0"/>
              <a:t>Source: National Oceanic and Atmospheric Administration (NOAA)</a:t>
            </a:r>
          </a:p>
          <a:p>
            <a:pPr marL="44450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58750" indent="0"/>
            <a:r>
              <a:rPr lang="en-US" b="1" dirty="0">
                <a:solidFill>
                  <a:schemeClr val="bg2">
                    <a:lumMod val="90000"/>
                  </a:schemeClr>
                </a:solidFill>
              </a:rPr>
              <a:t>Maryland Census Data</a:t>
            </a:r>
          </a:p>
          <a:p>
            <a:pPr marL="444500" indent="-285750">
              <a:buFont typeface="Arial" panose="020B0604020202020204" pitchFamily="34" charset="0"/>
              <a:buChar char="•"/>
            </a:pPr>
            <a:r>
              <a:rPr lang="en-US" dirty="0"/>
              <a:t>Variables are population characteristics by ZIP code</a:t>
            </a:r>
          </a:p>
          <a:p>
            <a:pPr marL="444500" indent="-285750">
              <a:buFont typeface="Arial" panose="020B0604020202020204" pitchFamily="34" charset="0"/>
              <a:buChar char="•"/>
            </a:pPr>
            <a:r>
              <a:rPr lang="en-US" dirty="0"/>
              <a:t>Source: Maryland.gov</a:t>
            </a:r>
          </a:p>
        </p:txBody>
      </p:sp>
      <p:grpSp>
        <p:nvGrpSpPr>
          <p:cNvPr id="464" name="Google Shape;464;p31"/>
          <p:cNvGrpSpPr/>
          <p:nvPr/>
        </p:nvGrpSpPr>
        <p:grpSpPr>
          <a:xfrm rot="10800000" flipH="1">
            <a:off x="7946401" y="254208"/>
            <a:ext cx="709065" cy="601645"/>
            <a:chOff x="8076238" y="467775"/>
            <a:chExt cx="709065" cy="601645"/>
          </a:xfrm>
        </p:grpSpPr>
        <p:sp>
          <p:nvSpPr>
            <p:cNvPr id="465" name="Google Shape;465;p31"/>
            <p:cNvSpPr/>
            <p:nvPr/>
          </p:nvSpPr>
          <p:spPr>
            <a:xfrm>
              <a:off x="8076238" y="467775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466" name="Google Shape;466;p31"/>
            <p:cNvSpPr/>
            <p:nvPr/>
          </p:nvSpPr>
          <p:spPr>
            <a:xfrm>
              <a:off x="8727403" y="1016920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cxnSp>
          <p:nvCxnSpPr>
            <p:cNvPr id="467" name="Google Shape;467;p31"/>
            <p:cNvCxnSpPr>
              <a:stCxn id="465" idx="2"/>
              <a:endCxn id="466" idx="1"/>
            </p:cNvCxnSpPr>
            <p:nvPr/>
          </p:nvCxnSpPr>
          <p:spPr>
            <a:xfrm rot="-5400000" flipH="1">
              <a:off x="8154838" y="470625"/>
              <a:ext cx="522900" cy="622200"/>
            </a:xfrm>
            <a:prstGeom prst="curved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32"/>
          <p:cNvGrpSpPr/>
          <p:nvPr/>
        </p:nvGrpSpPr>
        <p:grpSpPr>
          <a:xfrm rot="-5400000" flipH="1">
            <a:off x="6529635" y="430550"/>
            <a:ext cx="709065" cy="601645"/>
            <a:chOff x="8076238" y="467775"/>
            <a:chExt cx="709065" cy="601645"/>
          </a:xfrm>
        </p:grpSpPr>
        <p:sp>
          <p:nvSpPr>
            <p:cNvPr id="478" name="Google Shape;478;p32"/>
            <p:cNvSpPr/>
            <p:nvPr/>
          </p:nvSpPr>
          <p:spPr>
            <a:xfrm>
              <a:off x="8076238" y="467775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479" name="Google Shape;479;p32"/>
            <p:cNvSpPr/>
            <p:nvPr/>
          </p:nvSpPr>
          <p:spPr>
            <a:xfrm>
              <a:off x="8727403" y="1016920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cxnSp>
          <p:nvCxnSpPr>
            <p:cNvPr id="480" name="Google Shape;480;p32"/>
            <p:cNvCxnSpPr>
              <a:stCxn id="478" idx="2"/>
              <a:endCxn id="479" idx="1"/>
            </p:cNvCxnSpPr>
            <p:nvPr/>
          </p:nvCxnSpPr>
          <p:spPr>
            <a:xfrm rot="-5400000" flipH="1">
              <a:off x="8154838" y="470625"/>
              <a:ext cx="522900" cy="622200"/>
            </a:xfrm>
            <a:prstGeom prst="curved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512E90-38C4-DDAE-0365-9BCD63EC7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0" cy="3054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CE0AF17-BD3A-D00B-5960-1B199997C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209" y="2398144"/>
            <a:ext cx="4601858" cy="274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E0C986B-25C5-847E-39B0-85C72623D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72" y="261257"/>
            <a:ext cx="7745855" cy="462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34"/>
          <p:cNvGrpSpPr/>
          <p:nvPr/>
        </p:nvGrpSpPr>
        <p:grpSpPr>
          <a:xfrm rot="10800000">
            <a:off x="8097138" y="1017725"/>
            <a:ext cx="709065" cy="601645"/>
            <a:chOff x="8076238" y="467775"/>
            <a:chExt cx="709065" cy="601645"/>
          </a:xfrm>
        </p:grpSpPr>
        <p:sp>
          <p:nvSpPr>
            <p:cNvPr id="513" name="Google Shape;513;p34"/>
            <p:cNvSpPr/>
            <p:nvPr/>
          </p:nvSpPr>
          <p:spPr>
            <a:xfrm>
              <a:off x="8076238" y="467775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514" name="Google Shape;514;p34"/>
            <p:cNvSpPr/>
            <p:nvPr/>
          </p:nvSpPr>
          <p:spPr>
            <a:xfrm>
              <a:off x="8727403" y="1016920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cxnSp>
          <p:nvCxnSpPr>
            <p:cNvPr id="515" name="Google Shape;515;p34"/>
            <p:cNvCxnSpPr>
              <a:stCxn id="513" idx="2"/>
              <a:endCxn id="514" idx="1"/>
            </p:cNvCxnSpPr>
            <p:nvPr/>
          </p:nvCxnSpPr>
          <p:spPr>
            <a:xfrm rot="-5400000" flipH="1">
              <a:off x="8154838" y="470625"/>
              <a:ext cx="522900" cy="622200"/>
            </a:xfrm>
            <a:prstGeom prst="curved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9109CD8B-C911-A314-6627-40CC98E6C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2134"/>
            <a:ext cx="9144000" cy="34192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B8BF374D-AF90-FCA0-2692-1F28B0E59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1B97BA-442E-83CD-F1AE-E9D27C999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2134"/>
            <a:ext cx="9144000" cy="341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880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>
          <a:extLst>
            <a:ext uri="{FF2B5EF4-FFF2-40B4-BE49-F238E27FC236}">
              <a16:creationId xmlns:a16="http://schemas.microsoft.com/office/drawing/2014/main" id="{59D3C3B6-9142-FA20-C585-322236FA6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8A657A-F7AA-2386-5CF7-70F805A46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2134"/>
            <a:ext cx="9144000" cy="341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222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>
          <a:extLst>
            <a:ext uri="{FF2B5EF4-FFF2-40B4-BE49-F238E27FC236}">
              <a16:creationId xmlns:a16="http://schemas.microsoft.com/office/drawing/2014/main" id="{1D559B3E-28A1-637A-11B6-5F2FF2731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32">
            <a:extLst>
              <a:ext uri="{FF2B5EF4-FFF2-40B4-BE49-F238E27FC236}">
                <a16:creationId xmlns:a16="http://schemas.microsoft.com/office/drawing/2014/main" id="{DF0AF309-B760-8DD9-6441-61DFF574339E}"/>
              </a:ext>
            </a:extLst>
          </p:cNvPr>
          <p:cNvGrpSpPr/>
          <p:nvPr/>
        </p:nvGrpSpPr>
        <p:grpSpPr>
          <a:xfrm rot="-5400000" flipH="1">
            <a:off x="6529635" y="430550"/>
            <a:ext cx="709065" cy="601645"/>
            <a:chOff x="8076238" y="467775"/>
            <a:chExt cx="709065" cy="601645"/>
          </a:xfrm>
        </p:grpSpPr>
        <p:sp>
          <p:nvSpPr>
            <p:cNvPr id="478" name="Google Shape;478;p32">
              <a:extLst>
                <a:ext uri="{FF2B5EF4-FFF2-40B4-BE49-F238E27FC236}">
                  <a16:creationId xmlns:a16="http://schemas.microsoft.com/office/drawing/2014/main" id="{D6A91432-6E8F-0E0A-FAE9-9F64A616C4F0}"/>
                </a:ext>
              </a:extLst>
            </p:cNvPr>
            <p:cNvSpPr/>
            <p:nvPr/>
          </p:nvSpPr>
          <p:spPr>
            <a:xfrm>
              <a:off x="8076238" y="467775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479" name="Google Shape;479;p32">
              <a:extLst>
                <a:ext uri="{FF2B5EF4-FFF2-40B4-BE49-F238E27FC236}">
                  <a16:creationId xmlns:a16="http://schemas.microsoft.com/office/drawing/2014/main" id="{D8EACC48-9271-DE37-4E38-8393E4D6E08F}"/>
                </a:ext>
              </a:extLst>
            </p:cNvPr>
            <p:cNvSpPr/>
            <p:nvPr/>
          </p:nvSpPr>
          <p:spPr>
            <a:xfrm>
              <a:off x="8727403" y="1016920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cxnSp>
          <p:nvCxnSpPr>
            <p:cNvPr id="480" name="Google Shape;480;p32">
              <a:extLst>
                <a:ext uri="{FF2B5EF4-FFF2-40B4-BE49-F238E27FC236}">
                  <a16:creationId xmlns:a16="http://schemas.microsoft.com/office/drawing/2014/main" id="{E335BE9D-FCB2-8183-F062-B81041B4ECBC}"/>
                </a:ext>
              </a:extLst>
            </p:cNvPr>
            <p:cNvCxnSpPr>
              <a:stCxn id="478" idx="2"/>
              <a:endCxn id="479" idx="1"/>
            </p:cNvCxnSpPr>
            <p:nvPr/>
          </p:nvCxnSpPr>
          <p:spPr>
            <a:xfrm rot="-5400000" flipH="1">
              <a:off x="8154838" y="470625"/>
              <a:ext cx="522900" cy="622200"/>
            </a:xfrm>
            <a:prstGeom prst="curved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9CF1CFA-789F-4059-7062-358D6E002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2134"/>
            <a:ext cx="9144000" cy="341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51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128E4109-4075-FEA0-673D-AE03B9C60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Google Shape;464;p31">
            <a:extLst>
              <a:ext uri="{FF2B5EF4-FFF2-40B4-BE49-F238E27FC236}">
                <a16:creationId xmlns:a16="http://schemas.microsoft.com/office/drawing/2014/main" id="{230C361E-0546-7507-85B8-ABD30A686814}"/>
              </a:ext>
            </a:extLst>
          </p:cNvPr>
          <p:cNvGrpSpPr/>
          <p:nvPr/>
        </p:nvGrpSpPr>
        <p:grpSpPr>
          <a:xfrm rot="10800000" flipH="1">
            <a:off x="7946401" y="254208"/>
            <a:ext cx="709065" cy="601645"/>
            <a:chOff x="8076238" y="467775"/>
            <a:chExt cx="709065" cy="601645"/>
          </a:xfrm>
        </p:grpSpPr>
        <p:sp>
          <p:nvSpPr>
            <p:cNvPr id="465" name="Google Shape;465;p31">
              <a:extLst>
                <a:ext uri="{FF2B5EF4-FFF2-40B4-BE49-F238E27FC236}">
                  <a16:creationId xmlns:a16="http://schemas.microsoft.com/office/drawing/2014/main" id="{32D4DE3F-CA6C-B155-08BC-10B1B4129940}"/>
                </a:ext>
              </a:extLst>
            </p:cNvPr>
            <p:cNvSpPr/>
            <p:nvPr/>
          </p:nvSpPr>
          <p:spPr>
            <a:xfrm>
              <a:off x="8076238" y="467775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466" name="Google Shape;466;p31">
              <a:extLst>
                <a:ext uri="{FF2B5EF4-FFF2-40B4-BE49-F238E27FC236}">
                  <a16:creationId xmlns:a16="http://schemas.microsoft.com/office/drawing/2014/main" id="{BFD9B861-35E2-33C0-E9A3-AC50254F3654}"/>
                </a:ext>
              </a:extLst>
            </p:cNvPr>
            <p:cNvSpPr/>
            <p:nvPr/>
          </p:nvSpPr>
          <p:spPr>
            <a:xfrm>
              <a:off x="8727403" y="1016920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cxnSp>
          <p:nvCxnSpPr>
            <p:cNvPr id="467" name="Google Shape;467;p31">
              <a:extLst>
                <a:ext uri="{FF2B5EF4-FFF2-40B4-BE49-F238E27FC236}">
                  <a16:creationId xmlns:a16="http://schemas.microsoft.com/office/drawing/2014/main" id="{9960AF05-ED60-C14E-1D97-A012129B0A31}"/>
                </a:ext>
              </a:extLst>
            </p:cNvPr>
            <p:cNvCxnSpPr>
              <a:stCxn id="465" idx="2"/>
              <a:endCxn id="466" idx="1"/>
            </p:cNvCxnSpPr>
            <p:nvPr/>
          </p:nvCxnSpPr>
          <p:spPr>
            <a:xfrm rot="-5400000" flipH="1">
              <a:off x="8154838" y="470625"/>
              <a:ext cx="522900" cy="622200"/>
            </a:xfrm>
            <a:prstGeom prst="curved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4B3C396-D713-D6A5-4FDA-AA899632F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3353"/>
            <a:ext cx="9144000" cy="341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84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369A8810-1272-CE86-4501-552C016CD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1">
            <a:extLst>
              <a:ext uri="{FF2B5EF4-FFF2-40B4-BE49-F238E27FC236}">
                <a16:creationId xmlns:a16="http://schemas.microsoft.com/office/drawing/2014/main" id="{D3322A0B-641B-5908-E541-0F209A6827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Next Steps</a:t>
            </a:r>
            <a:endParaRPr dirty="0"/>
          </a:p>
        </p:txBody>
      </p:sp>
      <p:sp>
        <p:nvSpPr>
          <p:cNvPr id="463" name="Google Shape;463;p31">
            <a:extLst>
              <a:ext uri="{FF2B5EF4-FFF2-40B4-BE49-F238E27FC236}">
                <a16:creationId xmlns:a16="http://schemas.microsoft.com/office/drawing/2014/main" id="{081A2E5E-F2C4-902E-3E86-49E90CC9F0A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161681"/>
            <a:ext cx="7704000" cy="35367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Examine relationships between variables with correlation analysis </a:t>
            </a:r>
          </a:p>
          <a:p>
            <a:pPr marL="742950" lvl="1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Strength and direction of relationships weather vs. demand, etc.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Analyze weather impact with linear regression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Evaluate socioeconomic effects using multiple regression </a:t>
            </a:r>
          </a:p>
          <a:p>
            <a:pPr marL="742950" lvl="1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Housing characteristics, racial compositions and age relation to demand across ZIP codes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Model SLA outcomes using logistic regression </a:t>
            </a:r>
          </a:p>
          <a:p>
            <a:pPr marL="742950" lvl="1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Examine factors affecting whether requests meet SLA (Yes/No)</a:t>
            </a:r>
          </a:p>
        </p:txBody>
      </p:sp>
      <p:grpSp>
        <p:nvGrpSpPr>
          <p:cNvPr id="464" name="Google Shape;464;p31">
            <a:extLst>
              <a:ext uri="{FF2B5EF4-FFF2-40B4-BE49-F238E27FC236}">
                <a16:creationId xmlns:a16="http://schemas.microsoft.com/office/drawing/2014/main" id="{509777BF-13DA-1AC2-3E47-9ABB033E4A7E}"/>
              </a:ext>
            </a:extLst>
          </p:cNvPr>
          <p:cNvGrpSpPr/>
          <p:nvPr/>
        </p:nvGrpSpPr>
        <p:grpSpPr>
          <a:xfrm rot="10800000" flipH="1">
            <a:off x="7946401" y="254208"/>
            <a:ext cx="709065" cy="601645"/>
            <a:chOff x="8076238" y="467775"/>
            <a:chExt cx="709065" cy="601645"/>
          </a:xfrm>
        </p:grpSpPr>
        <p:sp>
          <p:nvSpPr>
            <p:cNvPr id="465" name="Google Shape;465;p31">
              <a:extLst>
                <a:ext uri="{FF2B5EF4-FFF2-40B4-BE49-F238E27FC236}">
                  <a16:creationId xmlns:a16="http://schemas.microsoft.com/office/drawing/2014/main" id="{933132E7-B19C-BDE9-EEA4-B8DCE2F45AF1}"/>
                </a:ext>
              </a:extLst>
            </p:cNvPr>
            <p:cNvSpPr/>
            <p:nvPr/>
          </p:nvSpPr>
          <p:spPr>
            <a:xfrm>
              <a:off x="8076238" y="467775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466" name="Google Shape;466;p31">
              <a:extLst>
                <a:ext uri="{FF2B5EF4-FFF2-40B4-BE49-F238E27FC236}">
                  <a16:creationId xmlns:a16="http://schemas.microsoft.com/office/drawing/2014/main" id="{0FD8EFFF-B91A-036E-3BCB-1672302DB180}"/>
                </a:ext>
              </a:extLst>
            </p:cNvPr>
            <p:cNvSpPr/>
            <p:nvPr/>
          </p:nvSpPr>
          <p:spPr>
            <a:xfrm>
              <a:off x="8727403" y="1016920"/>
              <a:ext cx="57900" cy="525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cxnSp>
          <p:nvCxnSpPr>
            <p:cNvPr id="467" name="Google Shape;467;p31">
              <a:extLst>
                <a:ext uri="{FF2B5EF4-FFF2-40B4-BE49-F238E27FC236}">
                  <a16:creationId xmlns:a16="http://schemas.microsoft.com/office/drawing/2014/main" id="{1E4274F6-12D9-3A6A-C36A-4FF7FBA3BEA0}"/>
                </a:ext>
              </a:extLst>
            </p:cNvPr>
            <p:cNvCxnSpPr>
              <a:stCxn id="465" idx="2"/>
              <a:endCxn id="466" idx="1"/>
            </p:cNvCxnSpPr>
            <p:nvPr/>
          </p:nvCxnSpPr>
          <p:spPr>
            <a:xfrm rot="-5400000" flipH="1">
              <a:off x="8154838" y="470625"/>
              <a:ext cx="522900" cy="622200"/>
            </a:xfrm>
            <a:prstGeom prst="curved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027140899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Inspiration Workshop by Slidesgo">
  <a:themeElements>
    <a:clrScheme name="Simple Light">
      <a:dk1>
        <a:srgbClr val="353334"/>
      </a:dk1>
      <a:lt1>
        <a:srgbClr val="FFFFF1"/>
      </a:lt1>
      <a:dk2>
        <a:srgbClr val="FFB903"/>
      </a:dk2>
      <a:lt2>
        <a:srgbClr val="079ED2"/>
      </a:lt2>
      <a:accent1>
        <a:srgbClr val="FD1485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333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4A339FD2C814D9A6E11BFCC309F45" ma:contentTypeVersion="10" ma:contentTypeDescription="Create a new document." ma:contentTypeScope="" ma:versionID="50ea087b1a4401411dea029df362969d">
  <xsd:schema xmlns:xsd="http://www.w3.org/2001/XMLSchema" xmlns:xs="http://www.w3.org/2001/XMLSchema" xmlns:p="http://schemas.microsoft.com/office/2006/metadata/properties" xmlns:ns3="5f0f9f85-ce0c-4b1f-8026-f962c73d80d5" targetNamespace="http://schemas.microsoft.com/office/2006/metadata/properties" ma:root="true" ma:fieldsID="d91a3a4886b7ceebcffabb1d0e2983cb" ns3:_="">
    <xsd:import namespace="5f0f9f85-ce0c-4b1f-8026-f962c73d80d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f9f85-ce0c-4b1f-8026-f962c73d80d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0f9f85-ce0c-4b1f-8026-f962c73d80d5" xsi:nil="true"/>
  </documentManagement>
</p:properties>
</file>

<file path=customXml/itemProps1.xml><?xml version="1.0" encoding="utf-8"?>
<ds:datastoreItem xmlns:ds="http://schemas.openxmlformats.org/officeDocument/2006/customXml" ds:itemID="{C70BBA52-CF21-4EBD-B201-3D82759937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0f9f85-ce0c-4b1f-8026-f962c73d80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CD3960-67E9-46EF-8417-A7B8946CD1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41FF2C-19E0-4A5B-8652-EFD6A1A3274D}">
  <ds:schemaRefs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5f0f9f85-ce0c-4b1f-8026-f962c73d80d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187</Words>
  <Application>Microsoft Office PowerPoint</Application>
  <PresentationFormat>On-screen Show (16:9)</PresentationFormat>
  <Paragraphs>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Mulish Medium</vt:lpstr>
      <vt:lpstr>Mulish</vt:lpstr>
      <vt:lpstr>Arial</vt:lpstr>
      <vt:lpstr>DM Sans</vt:lpstr>
      <vt:lpstr>Fjalla One</vt:lpstr>
      <vt:lpstr>Design Inspiration Workshop by Slidesgo</vt:lpstr>
      <vt:lpstr>MC311 Requests Analysis</vt:lpstr>
      <vt:lpstr>Datasets and Ingestion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Han Le</dc:creator>
  <cp:lastModifiedBy>Le, Han</cp:lastModifiedBy>
  <cp:revision>2</cp:revision>
  <dcterms:modified xsi:type="dcterms:W3CDTF">2026-04-16T13:19:48Z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0x010100E284A339FD2C814D9A6E11BFCC309F45</vt:lpwstr>
  </property>
</Properties>
</file>